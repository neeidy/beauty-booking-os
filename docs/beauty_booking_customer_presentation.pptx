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85800"/>
            <a:ext cx="10881360" cy="5303520"/>
          </a:xfrm>
          <a:prstGeom prst="roundRect">
            <a:avLst>
              <a:gd name="adj" fmla="val 1034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097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Guzellik Isletmeleri Icin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Rezervasyon Buyutme Sistemi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87552" y="2423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Viyana ve cevresindeki beauty salon, beauty institute ve nagel studio’lar icin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fazla rezervasyon, daha hizli donus ve daha az no-show odakli sunum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DCEBE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8221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 Dostu Paketler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Anlasilir Fiyat Araliklari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005840"/>
            <a:ext cx="3977640" cy="4434840"/>
          </a:xfrm>
          <a:prstGeom prst="roundRect">
            <a:avLst>
              <a:gd name="adj" fmla="val 1839"/>
            </a:avLst>
          </a:prstGeom>
          <a:solidFill>
            <a:srgbClr val="F6F8F5"/>
          </a:solidFill>
          <a:ln w="12700">
            <a:solidFill>
              <a:srgbClr val="A7BB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 sistem ne saglar?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2048" y="1755648"/>
            <a:ext cx="31546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Telefon ve DM’de kaybolan talepleri duzenli hale getirir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Salon kapaliyken bile rezervasyon toplamaya devam eder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Hatirlatma ve takip akislari ile bos kalan slotlari azaltir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Markayi daha premium ve guven veren hale getirir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Bugun yasanan temel sorun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Bir cok salonun web sitesi zayif, rezervasyon akisi daginik ve donus hizi dusuk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Salonlarin en cok para kaybettigi noktalar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1546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Telefon acilmadiginda musteri baska salona gidiyor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DM’den gelen talepler duzenli yonetilmiyor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Mesai disi saatlerde rezervasyon alip kapatma zayif kaliyor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No-show ve son dakika iptaller bos saat olusturuyor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Kotu site algisi premium hizmeti ucuz gosteriyor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2971800" cy="4389120"/>
          </a:xfrm>
          <a:prstGeom prst="roundRect">
            <a:avLst>
              <a:gd name="adj" fmla="val 2462"/>
            </a:avLst>
          </a:prstGeom>
          <a:solidFill>
            <a:srgbClr val="F3E9D7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28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Musterinin gozuyle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23317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Hizli cevap istiyor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Kolay randevu istiyor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Guven veren gorunum istiyor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Hatirlatma ve net bilgi bekliyor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DCEBE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8288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Isletme sahibi gozunden sonuc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2240280"/>
            <a:ext cx="27889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fazla dolu takvim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az kacan lead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az bos kalan randevu saati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profesyonel marka algisi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Ekibin uzerindeki rezervasyon yuku azalir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Sundu gumuz cozum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 bir web sitesi degil; rezervasyon ve musteri takibi icin butun bir sistem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837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Web Sitesi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2194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Markaya guven veren, mobil uyumlu ve hizmetleri net gosteren yapi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837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Kolay Randevu Akisi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194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 hizmetini secer, saat ister ve bilgilerini zahmetsiz birakir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15000" y="169164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1837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ve WhatsApp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9592" y="2194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DM ve mesajlardan gelen talepler tek duzende toplanir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69164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8379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Hatirlatma ve Takip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8472" y="2194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Onay, hatirlatma ve yeniden planlama akislari ile bosluk azalir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645920" y="34747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10512" y="36210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Hizli Donus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10512" y="39776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Mesai disi saatlerde bile salon musteri toplamaya devam eder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00600" y="347472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6210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Premium Marka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5192" y="39776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Gorunum, dil ve akis kalitesi salonu daha degerli gosterir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0" y="34747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9872" y="36210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Gelisim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19872" y="39776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Istenirse aylik takip, optimizasyon ve ek gelisim hizmeti eklenir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 A’dan Z’ye nasil calisir?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 ilk temastan tekrar rezervasyona kadar tek bir net akis icinde ilerler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27632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801368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74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9344" y="17739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Ilk Temas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9344" y="202082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 web sitesi, Instagram veya WhatsApp uzerinden gelir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2916936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9900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9344" y="28895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Hizmet Secimi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9344" y="31363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Bakim, cilt, nail veya diger hizmetini secer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858768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4032504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41056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9344" y="4005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Rezervasyon Talebi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9344" y="425196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Tarih, saat ve temel bilgiler kolayca alinir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974336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5148072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5221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9344" y="5120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Hemen Yanit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9344" y="536752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 ne yapacagini beklemeden net yonlendirme gorur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1627632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2824" y="1801368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1874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32904" y="17739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Onay ve Hatirlatma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32904" y="202082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Randevu teyidi ve hatirlatma mesaji otomatik iletilir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46520" y="274320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2824" y="2916936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29900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32904" y="28895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No-show Azaltma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32904" y="313639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Gelmeyecek musteri icin yeniden planlama akisi devreye girer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46520" y="3858768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2824" y="4032504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41056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32904" y="4005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Takip Mesaji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232904" y="425196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Ziyaret sonrasi tekrar rezervasyon veya geri donus tetiklenir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46520" y="4974336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2824" y="5148072"/>
            <a:ext cx="502920" cy="502920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522122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232904" y="5120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8. Eski Musteriyi Geri Getirme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232904" y="536752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Belirli sure gelmeyen musterilere tekrar gelis akisi acilir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Paketler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Teknik isimler yerine musteriye net fayda anlatan 3 anlasilir paket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6420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470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 1 - Guclu Baslangic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Kurulum: 2.500 - 4.000 EUR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destek: 149 - 299 EUR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6420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CEBE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470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 2 - Rezervasyon Buyutme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Kurulum: 4.000 - 7.000 EUR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destek: 299 - 690 EUR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166420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8470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 3 - Premium Salon Sistemi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2440" y="2240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Kurulum: 7.000 - 15.000+ EUR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destek: 690 - 1.500+ EUR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944368"/>
            <a:ext cx="3154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gorunumlu web sitesi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 rezervasyon akisi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Hizmet ve fiyat yapisinin duzenlenmesi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 uyumlu tasarim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yonlendirmesi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Temel hatirlatma yapisi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07992" y="2944368"/>
            <a:ext cx="3154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 1’deki her sey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DM akislari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Daha hizli donus kurgusu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No-show azaltma adimlari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Otomatik onay ve hatirlatma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 toplama ve takip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19872" y="2944368"/>
            <a:ext cx="3154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 2’deki her sey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Cok sube kurgusu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Kampanya ve tanitim sayfalari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Eski musteri geri kazanimi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optimizasyon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marka deneyimi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Paketlerin tam icerigi ve ortalama fiyatlar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Asagidaki tablo tekliflendirme icin temel bir referans olarak kullanilabilir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solidFill>
            <a:srgbClr val="6E8F8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28216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691640"/>
            <a:ext cx="2560320" cy="411480"/>
          </a:xfrm>
          <a:prstGeom prst="rect">
            <a:avLst/>
          </a:prstGeom>
          <a:solidFill>
            <a:srgbClr val="6E8F8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728216"/>
            <a:ext cx="2414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Guclu Baslangic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691640"/>
            <a:ext cx="2468880" cy="411480"/>
          </a:xfrm>
          <a:prstGeom prst="rect">
            <a:avLst/>
          </a:prstGeom>
          <a:solidFill>
            <a:srgbClr val="6E8F8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272" y="1728216"/>
            <a:ext cx="2322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Rezervasyon Buyutme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691640"/>
            <a:ext cx="3520440" cy="411480"/>
          </a:xfrm>
          <a:prstGeom prst="rect">
            <a:avLst/>
          </a:prstGeom>
          <a:solidFill>
            <a:srgbClr val="6E8F8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728216"/>
            <a:ext cx="33741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Salon Sistemi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396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Kimler icin uygun?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2103120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1396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 subeli veya yeni duzene gecmek isteyen salonlar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2103120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05272" y="213969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Instagram’dan aktif talep alan ve rezervasyon buyutmek isteyen salonlar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2139696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Cok subeli veya premium marka hedefi olan salonlar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2432304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46888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sitesi tasarimi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2432304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2468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432304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5272" y="246888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 - daha guclu donusum odakli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2432304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246888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 - premium marka deneyimi odakli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2761488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79806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 rezervasyon akisi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71800" y="2761488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952" y="279806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2761488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27980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01000" y="2761488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74152" y="2798064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3090672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12724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DM yonlendirmesi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71800" y="3090672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44952" y="312724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3090672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312724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01000" y="3090672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74152" y="312724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" y="3419856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" y="345643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WhatsApp yonlendirmesi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71800" y="3419856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4952" y="34564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32120" y="3419856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05272" y="34564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01000" y="3419856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74152" y="345643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5800" y="3749040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" y="378561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Onay ve hatirlatma akisi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71800" y="3749040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44952" y="37856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Temel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532120" y="3749040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05272" y="378561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Gelismis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001000" y="3749040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74152" y="3785616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Gelismis + ozel senaryolar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" y="4078224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" y="411480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No-show azaltma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971800" y="4078224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44952" y="4114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Temel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532120" y="4078224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05272" y="41148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001000" y="4078224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74152" y="411480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 - daha kapsamli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85800" y="4407408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" y="444398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Eski musteri geri kazanimi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971800" y="4407408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44952" y="44439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Yok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532120" y="4407408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05272" y="444398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Sinirli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001000" y="4407408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74152" y="4443984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85800" y="4736592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8952" y="47731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Cok sube destegi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971800" y="4736592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44952" y="47731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Yok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532120" y="4736592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05272" y="477316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Opsiyonel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01000" y="4736592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74152" y="477316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85800" y="5065776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8952" y="5102352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optimizasyon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971800" y="5065776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44952" y="510235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Opsiyonel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532120" y="5065776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05272" y="510235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Opsiyonel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8001000" y="5065776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74152" y="5102352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Dahil veya genis kapsamli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685800" y="5394960"/>
            <a:ext cx="228600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8952" y="543153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Kurulum ucreti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2971800" y="5394960"/>
            <a:ext cx="256032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44952" y="54315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2.500 - 4.000 EUR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5532120" y="5394960"/>
            <a:ext cx="246888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05272" y="543153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4.000 - 7.000 EUR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001000" y="5394960"/>
            <a:ext cx="3520440" cy="329184"/>
          </a:xfrm>
          <a:prstGeom prst="rect">
            <a:avLst/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74152" y="5431536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7.000 - 15.000+ EUR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685800" y="5724144"/>
            <a:ext cx="228600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8952" y="5760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destek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2971800" y="5724144"/>
            <a:ext cx="256032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44952" y="576072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149 - 299 EUR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532120" y="5724144"/>
            <a:ext cx="246888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05272" y="57607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299 - 690 EUR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8001000" y="5724144"/>
            <a:ext cx="3520440" cy="329184"/>
          </a:xfrm>
          <a:prstGeom prst="rect">
            <a:avLst/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074152" y="5760720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690 - 1.500+ EUR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Hizmet kapsaminda neler bulunur?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Musteriye gore paket ici kurgular degisir; ancak cekirdek hizmetler asagidaki basliklarda toplanir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2763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764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Marka ve gorunum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2084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web sayfasi, mobil uyum, net hizmet sunumu, guven veren gorunus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46520" y="162763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64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Randevu akisi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1112" y="2084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Hizmet secimi, talep toplama, uygun yonlendirme, rezervasyon kolayligi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2278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Mesajlasma kanallari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547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 DM, WhatsApp ve web uzerinden gelen taleplerin duzenli yonetimi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46520" y="309067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2278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Hatirlatma ve takip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1112" y="3547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Randevu onayi, hatirlatma, gelmeyen musteri icin yeniden planlama adimlari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77240" y="455371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690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Buyume destegi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" y="50109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Tekrar rezervasyon, eski musteriye donus, kampanya sayfalari ve aylik gelisim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446520" y="4553712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4690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Yonetim kolayligi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1112" y="50109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Owner veya manager icin daha duzenli ve daha az daginik rezervasyon yapisi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 hizmetler ve net sinirlar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Sunumun temiz ve guven verici olmasi icin nelerin dahil oldugu kadar nelerin ayri teklif oldugu da acik olmali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Ek hizmet olarak sunulabilecekler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4348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Sosyal medya yonetimi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Kampanya donemi landing page calismalari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Aylik icerik takvimi ve basic creatives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Cok daha yogun mesajlasma senaryolari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Ilave sube eklemeleri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Surekli optimizasyon ve performans takibi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64208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DCEBE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847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Bilerek dahil etmedigimiz alanlar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240280"/>
            <a:ext cx="38404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Telefonla konusan voice AI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 uygulama gelistirme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Odeme entegrasyonu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Saglik karari veren medikal sistemler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Sinirsiz sosyal medya operasyonu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5349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 sinirlar projeyi daha temiz, daha guvenli ve daha satilabilir hale getirir.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Kurulum sureci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 genellikle 4 asamada ve net bir takvim icinde ilerler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240280"/>
            <a:ext cx="749808" cy="749808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4688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Analiz ve planlama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703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Ihtiyaclari netlestirme, paket secimi, icerik ve hizmet yapisi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675888" y="20116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240280"/>
            <a:ext cx="749808" cy="749808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4688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58768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Tasarim ve kurulum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58768" y="3703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sayfalari, rezervasyon akisi, mesajlasma duzeni ve temel otomasyon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483096" y="20116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51776" y="2240280"/>
            <a:ext cx="749808" cy="749808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4688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65976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Test ve yayina alma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65976" y="3703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Tum linkler, formlar, yonlendirmeler ve hatirlatmalar kontrol edilir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9290304" y="201168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58984" y="2240280"/>
            <a:ext cx="749808" cy="749808"/>
          </a:xfrm>
          <a:prstGeom prst="ellipse">
            <a:avLst/>
          </a:prstGeom>
          <a:solidFill>
            <a:srgbClr val="6E8F83"/>
          </a:solidFill>
          <a:ln w="12700">
            <a:solidFill>
              <a:srgbClr val="6E8F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58984" y="24688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73184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Takip ve gelistirme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73184" y="3703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Istenirse aylik destek, ek iyilestirme ve yeni kampanya akislari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Ortalama sure proje kapsamına gore degisir; ancak temiz ve net kapsamla baslandiginda kurulum sureci hizli ilerler.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Neden bu sistem?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Siradan bir web sitesi yerine rezervasyon odakli, marka guclendiren bir altyapi kurulur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Klasik yaklasim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43891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Sadece guzel gorunen ama donusumu zayif site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DM ve telefon akisi dağinik kalir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Hatirlatma ve takip zayif kalir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Rezervasyon kacagi devam eder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Marka premium gorunmez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DCEBE3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 sunumdaki yaklasim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40280"/>
            <a:ext cx="42976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Guven veren premium gorunum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+ WhatsApp + Instagram tek akista calisir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Mesai disi saatlerde de rezervasyon toplar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No-show azaltma adimlari eklenir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Gerektiginde aylik optimizasyonla gelistirilir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E8F83"/>
          </a:solidFill>
          <a:ln w="12700">
            <a:solidFill>
              <a:srgbClr val="6E8F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2C"/>
          </a:solidFill>
          <a:ln w="12700">
            <a:solidFill>
              <a:srgbClr val="1F332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Sonraki adim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5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 proje once net bir paket secimi ile baslar, sonra ihtiyaca gore detaylandirilir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10927080" cy="0"/>
          </a:xfrm>
          <a:prstGeom prst="line">
            <a:avLst/>
          </a:prstGeom>
          <a:noFill/>
          <a:ln w="12700">
            <a:solidFill>
              <a:srgbClr val="A7BB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91640"/>
            <a:ext cx="10469880" cy="4434840"/>
          </a:xfrm>
          <a:prstGeom prst="roundRect">
            <a:avLst>
              <a:gd name="adj" fmla="val 1649"/>
            </a:avLst>
          </a:prstGeom>
          <a:solidFill>
            <a:srgbClr val="FDFEFC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Onerilen baslangic yolu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514600"/>
            <a:ext cx="9418320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624328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Hedef paket secilir: Guclu Baslangic, Rezervasyon Buyutme veya Premium Salon Sistemi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154680"/>
            <a:ext cx="9418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264408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Mevcut web sitesi, Instagram ve rezervasyon akisi hizli sekilde incelenir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43000" y="3794760"/>
            <a:ext cx="9418320" cy="420624"/>
          </a:xfrm>
          <a:prstGeom prst="roundRect">
            <a:avLst>
              <a:gd name="adj" fmla="val 10870"/>
            </a:avLst>
          </a:prstGeom>
          <a:solidFill>
            <a:srgbClr val="F6F8F5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904488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Kurulum kapsami, teslim adimlari ve gerekiyorsa aylik destek modeli netlestirilir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43000" y="4434840"/>
            <a:ext cx="9418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1D9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544568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1453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Proje takvimi cikarilir ve canli kullanima gecilir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34924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Hedefimiz: salonu daha guzel gostermek degil, daha duzenli ve daha dolu bir rezervasyon sistemine tasimak.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0" y="657453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Beauty Booking System | Viyana ve Cevresi |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 Booking System - Viyana Sunumu</dc:title>
  <dc:subject>Beauty Booking System Presentation</dc:subject>
  <dc:creator>OpenAI</dc:creator>
  <cp:lastModifiedBy>OpenAI</cp:lastModifiedBy>
  <cp:revision>1</cp:revision>
  <dcterms:created xsi:type="dcterms:W3CDTF">2026-03-30T19:15:33Z</dcterms:created>
  <dcterms:modified xsi:type="dcterms:W3CDTF">2026-03-30T19:15:33Z</dcterms:modified>
</cp:coreProperties>
</file>